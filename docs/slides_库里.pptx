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各位朋友，接下来我们聊聊一个改变了篮球运动的人——斯蒂芬·库里。他不仅仅是一个三分射手，更是一个革命者。从那个被质疑“太瘦弱、不适合NBA”的少年，到如今站在篮球世界的巅峰，他的故事充满了颠覆和奇迹。我们来看看这张幻灯片，标题是“库里：三分线上的革命者”，它浓缩了他从瘦弱少年到改变篮球传奇的历程。</a:t>
            </a:r>
            <a:br/>
            <a:br/>
            <a:r>
              <a:t>详细解释：库里刚进联盟时，很多人觉得他身体单薄，防守会被针对，甚至有人说他“只能在大学打球”。但他用自己独特的方式证明了所有人错了。他重新定义了三分球的战术地位，把远投从“偶尔的得分手段”变成了球队的核心武器。想想看，以前人们觉得三分球是赌博，但现在每支球队都在模仿勇士的体系。库里不仅自己投得准，还带动了整个联盟的风格转变，从内线肉搏到外线狂飙，这就是他被称为“革命者”的原因。</a:t>
            </a:r>
            <a:br/>
            <a:br/>
            <a:r>
              <a:t>数据支撑：具体来看，库里职业生涯至今投进了超过3700个三分球，是NBA历史第一，比第二名的雷·阿伦多了近1000个。更夸张的是，他在2015-16赛季单季投进402个三分，打破了由自己保持的纪录，这个数字至今无人能及。还有他的投篮方式——出手仅需0.4秒，比平均快0.2秒，这让防守者几乎无法干扰。这些数据背后，是他日复一日的训练和近乎偏执的专注。</a:t>
            </a:r>
            <a:br/>
            <a:br/>
            <a:r>
              <a:t>过渡语：库里的革命，不仅体现在数据上，更体现在他如何克服身体条件的限制。那么，他是怎么从一个被低估的少年，一步步走到今天的呢？接下来，我们看看他成长路上的关键转折点。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欢迎来到第一章：起点与挑战。今天我们来聊聊斯蒂芬·库里的童年和大学时期，这段经历可能很多人并不熟悉，但正是这些不被看好的日子，塑造了他后来的传奇。想象一下，一个瘦弱的男孩，父亲虽然在NBA打过球，但库里从小就被质疑“身体太单薄”“投篮姿势奇怪”，连高中教练都认为他进不了顶级大学。这就是库里的起点——一个被贴上“不可能”标签的孩子。</a:t>
            </a:r>
            <a:br/>
            <a:br/>
            <a:r>
              <a:t>具体来说，库里在高中时身高只有1米83，体重不足75公斤，全美排名几乎垫底。大学招募时，只有戴维森学院这样的小学校愿意给他机会，而杜克、北卡这些篮球名校都拒绝了他。但数据会说话：大一赛季，库里场均21.5分，三分命中率高达40.8%，直接带队闯入NCAA八强；大二更是场均28.6分，成为全国得分王。他用行动证明了“不被看好”不等于“做不到”。比如在2008年NCAA锦标赛对阵冈萨加大学的比赛中，他狂砍40分，全场投进8记三分，让所有嘲笑他的人哑口无言。</a:t>
            </a:r>
            <a:br/>
            <a:br/>
            <a:r>
              <a:t>好了，了解了库里的起点，我们接下来看看他如何在质疑声中一步步站稳脚跟，进入NBA的初期又是怎样抓住机会的。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朋友，接下来我们要聊的这位，可以说是篮球史上最不可思议的逆袭故事之一。你们现在看到的这张幻灯片，标题是“瘦弱身躯下的篮球梦”——没错，说的就是斯蒂芬·库里。很多人现在都知道他是三分球之神，但你们可能不知道，他小时候差点连大学都打不上。</a:t>
            </a:r>
            <a:br/>
            <a:br/>
            <a:r>
              <a:t>库里1988年出生在俄亥俄州的阿克伦，他父亲戴尔·库里也是NBA球员，当年在黄蜂队拿过最佳第六人。但小库里可没遗传到父亲的身板——他高中时体重只有68公斤，大概就是150磅，瘦得像根竹竿。当时全美几乎所有大学都拒绝了他，因为球探们觉得：“这孩子太瘦了，扛不住大学级别的对抗。”最后只有戴维森学院愿意给他机会，这是一所只有1700人的小学校，连篮球奖学金都没给全。</a:t>
            </a:r>
            <a:br/>
            <a:br/>
            <a:r>
              <a:t>但库里用实力打了所有人的脸。在戴维森，他场均轰下25.9分，大二赛季就带领球队杀进NCAA锦标赛八强。最经典的是2008年，他们首轮爆冷击败了7号种子冈萨加大学，库里一个人投进8个三分，砍下40分。那场比赛让全美震惊——一个68公斤的瘦小子，居然用三分球摧毁了名校的防线。这就像你拿着弹弓打倒了巨人，完全颠覆了人们对篮球的认知。</a:t>
            </a:r>
            <a:br/>
            <a:br/>
            <a:r>
              <a:t>好了，说完库里如何从无人问津到一战成名，接下来我们就要聊聊：这个瘦弱身躯里，到底藏着怎样的秘密？他后来是怎么成为改变篮球运动的那个人的？请看下一页。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好的，这是为这张幻灯片准备的演讲者备注：</a:t>
            </a:r>
            <a:br/>
            <a:br/>
            <a:r>
              <a:t>各位，我们来看看库里职业生涯的第一个爆发点——NCAA时期。在座的可能有人觉得库里只是个NBA三分射手，但他在大学就已经是个现象级人物了。当时他效力于戴维森学院，一所名不见经传的小学校。但就是带领着这样一支队伍，库里打出了历史级的表现。大家看屏幕，他大学三分命中数排在NCAA历史第四，注意，是当时的历史第四，这本身就足够震撼。更夸张的是，他单枪匹马把戴维森学院带进了NCAA锦标赛的精英八强，也就是全国八强。要知道，戴维森学院上一次有这样的成绩，要追溯到几十年前。他2009年参加选秀，首轮第7顺位被勇士选中，这个顺位已经很高了。但真正让我觉得不可思议的是他大四赛季的场均得分——28.6分。这是什么概念？在NCAA，场均20分就是顶级得分手，28.6分几乎是统治级的表现。他当时不仅投得准，突破、组织也样样精通。这些数据，为他后来的NBA传奇奠定了坚实的基础。那么，这样的大学表现到了NBA，是水土不服还是更进一步？接下来，我们就看看库里初入联盟时的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朋友，欢迎来到第二章——崛起的巨星。上一章我们聊了篮球世界的规则和传统，但现在，我们要聚焦一个彻底打破这些规则的人。他就是斯蒂芬·库里，一个让篮球比赛发生革命性变化的巨星。你们可能会想，一个瘦削的控球后卫，怎么能改变整个联盟的打法？答案就藏在几个核心事实里。</a:t>
            </a:r>
            <a:br/>
            <a:br/>
            <a:r>
              <a:t>首先，库里颠覆了“三分球只是辅助武器”的旧观念。他职业生涯至今投进了超过3500个三分球，历史第一，而且命中率高达42.7%。更可怕的是，他在2015-16赛季单季投进402记三分，这个纪录至今无人能破。其次，他重新定义了“无球跑动”。以前球星大多持球单打，但库里通过疯狂的跑位和掩护，让防守者疲于奔命。比如2016年对阵雷霆那场经典比赛，他全场投进12记三分，其中很多都是在跑动中接球出手。第三，他的影响力不仅限于个人数据，更改变了球队战术。勇士队围绕他打造“死亡五小”，用速度和投射取代传统的内线强攻，直接带来四年三冠的王朝。</a:t>
            </a:r>
            <a:br/>
            <a:br/>
            <a:r>
              <a:t>这些事实背后是一个简单道理：当一个人把看似不可能的事变成常态，规则自然就被改写了。所以，接下来我们要深入探讨，库里到底是怎么做到这一切的？以及他的成功给整个篮球界带来了怎样的连锁反应？让我们翻开下一页，看看这位巨星崛起的背后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朋友，咱们来看这一页——“三分时代的开启”。提到库里，大家可能想到他那些不可思议的投篮，但咱们得先聊聊他如何一步步改变了篮球。想象一下，2012-13赛季，库里还只是个年轻射手，但他用272记三分打破了雷·阿伦的单季纪录，这就像一声惊雷，告诉联盟：三分球不再是配角。接着，2014-15赛季，他不仅拿下MVP，还带领勇士夺冠，让三分战术成为赢球的关键。最震撼的是2015-16赛季，他全票当选MVP，单季投进402记三分——这比很多球队整个赛季还多！这些数据不是冷冰冰的数字，而是革命的开端：三分球从辅助手段变成了核心武器，迫使对手改变防守，甚至催生了“小球时代”。比如，勇士的进攻效率从2012年的联盟中游跃升至2015年的第一，这就是库里的魔力。现在，咱们要自然过渡到下一页：看看他如何用这些成就，重塑了我们对篮球的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各位，接下来我们来看库里职业生涯中最具统治力的数据表现。这一页的标题是“统治级数据”，为什么这么说？因为库里在2015-2016赛季打出了几乎无法被复制的表现。</a:t>
            </a:r>
            <a:br/>
            <a:br/>
            <a:r>
              <a:t>首先，三分命中率45.4%，场均投中5.1记三分——这不仅是历史顶级，更是断崖式领先。要知道，很多球员整个职业生涯的三分命中率都达不到这个数字，而库里是在场均出手超过11次的情况下做到的。更恐怖的是，那个赛季勇士拿下73胜9负，打破了公牛保持的72胜纪录。这是什么概念？意味着他们整个赛季只输了9场球，主场几乎不败。库里本人也连续两年拿下常规赛MVP，2015年全票当选，2016年再次蝉联，成为历史上唯一一位全票MVP。</a:t>
            </a:r>
            <a:br/>
            <a:br/>
            <a:r>
              <a:t>最后，那个关键数据“402”——这是库里单赛季三分命中总数。在此之前，NBA单赛季三分纪录是他自己保持的286个，而他把纪录直接提升到402个，整整提升了116个。这个数字相当于一个顶级射手两个赛季的总和。这些数据不是冰冷的数字，它们代表了库里重新定义了篮球进攻的极限。</a:t>
            </a:r>
            <a:br/>
            <a:br/>
            <a:r>
              <a:t>讲完这些，我们接下来要看看，这样的统治级表现是如何在季后赛延续的？下一页，我们来聊聊“季后赛的挑战”。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接下来我们进入这一页的核心内容：技术特点与影响。说到库里，大家第一反应可能是三分球，但真正让他改变篮球的，是这些技术细节的极致组合。首先，快速出手——0.4秒，这比眨眼还快，意味着防守者根本来不及封盖，就像2016年对阵雷霆那记绝杀，从接球到出手仅用0.4秒。其次，无死角射程，半场任何位置都是威胁，数据显示他职业生涯在30英尺外的命中率超过40%，这迫使对手扩防到三分线外两米，彻底改变了防守阵型。然后是运球创造空间，背后、胯下、急停，这些动作不是为了炫技，而是为了制造那0.1秒的出手空隙，比如2022年总决赛，他通过连续胯下运球晃倒霍福德命中关键三分。最后是团队体系，无球跑动和掩护战术，库里场均无球跑动距离超过1.5英里，勇士的“电梯门”掩护就是为他量身定制，这让他即使不持球也能撕裂防线。这些技术不仅让库里成为历史第一射手，更催生了“三分时代”的战术革命。那么，这些技术特点如何转化为具体数据？我们下一页就来聊聊他的生涯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，我们翻到第三章：领袖与传承。刚才我们聊了库里的技术、他的比赛影响力，但接下来这部分，我想把镜头拉高一点——看看他如何超越篮球本身，成为一个时代的领袖符号。这页标题叫“不止于篮球的影响力”，因为库里真正改变了我们对体育明星的期待。</a:t>
            </a:r>
            <a:br/>
            <a:br/>
            <a:r>
              <a:t>先看第一个核心事实：库里在2015年、2016年连续两年获得常规赛MVP，其中2016年是全票当选——这是NBA历史上第一次，也是唯一一次。全票MVP意味着什么？意味着所有129张第一选票都写了他的名字，连勒布朗·詹姆斯、科比的巅峰期都没做到。这背后不只是数据，更是他对比赛方式的革命性改变。第二个事实：他引领了“三分球革命”。2010年，NBA球队场均三分出手18.1次；到2023年，这个数字飙升到34.2次，几乎翻倍。库里自己投进了超过3500个三分，但更关键的是，他让整个篮球世界相信“离篮筐越远越高效”。第三个事实：他的影响力早已溢出球场。2021年，库里在NBA球员社交媒体互动量排名第一，超过詹姆斯和杜兰特；他的球衣销量连续多年全球前三，甚至在亚洲、欧洲的篮球场上，十个孩子里有六个在模仿他投三分的动作。</a:t>
            </a:r>
            <a:br/>
            <a:br/>
            <a:r>
              <a:t>这些数据背后，是一个领袖如何用行动重新定义“传承”。他教会年轻球员：领袖不一定要怒吼，你可以用笑容、谦逊和对比赛的热爱去感染人。就像他说的：“我想让下一代知道，篮球可以打得快乐，可以改变规则。”</a:t>
            </a:r>
            <a:br/>
            <a:br/>
            <a:r>
              <a:t>好，讲完这些，我们接下来要深入一个更具体的话题：库里如何用他的领导力把一支重建球队带成冠军？翻到下一页，我们来拆解这个“领袖密码”。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伙伴，大家好。接下来我们聊聊“场内外领袖风范”这个主题。提到领袖，很多人会想到高高在上的姿态，但真正的领袖，往往是在赛场内外都能用行动影响他人的人。就像斯蒂芬·库里，他不仅是篮球场上的超级巨星，更是一个用谦逊和坚持诠释领袖精神的典范。</a:t>
            </a:r>
            <a:br/>
            <a:br/>
            <a:r>
              <a:t>先看他的赛场成就：四次总冠军，分别在2015、2017、2018和2022年。尤其是2022年，那一年他带领勇士队逆袭夺冠，个人拿下总决赛MVP。很多人不知道，那之前他经历了伤病和质疑，但他用行动证明：逆境不是终点，而是重新站起来的起点。数据显示，2022年总决赛他场均31.2分，三分命中率43.7%，关键时刻的得分效率联盟第一。这些数字背后，是日复一日的训练和对胜利的执着。</a:t>
            </a:r>
            <a:br/>
            <a:br/>
            <a:r>
              <a:t>但库里的领袖风范不止于赛场。他成立“库里基金会”，重点支持青少年教育，特别是帮助贫困地区孩子获得运动机会。截至去年，基金会已为超过5万名青少年提供奖学金和训练营资源。更难得的是，他从不张扬这些善举，社交媒体上很少晒捐款单，而是默默走访学校、陪孩子打球。这种“用行动说话”的谦逊，让他的影响力超越了篮球本身。</a:t>
            </a:r>
            <a:br/>
            <a:br/>
            <a:r>
              <a:t>从赛场到社区，库里用数据和行动定义了什么是真正的领袖。那么，我们如何在日常工作中也展现这样的风范？下一页，我们来拆解具体的行动路径。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好的，这是为您准备的演讲者备注：</a:t>
            </a:r>
            <a:br/>
            <a:br/>
            <a:r>
              <a:t>大家现在看到的这页，我们来聊聊一个非常有意思的案例——斯蒂芬·库里。他不仅仅是一位伟大的篮球运动员，更是一个极具商业价值的个人品牌。我们先看这个核心数据，1.5亿，这代表的是他个人品牌SC30在2024年的年收入估值。这个数字已经超过了很多NBA球队的年度利润。库里是怎么做到的？他的品牌SC30主要投资科技和媒体公司，比如之前投资了数字媒体公司The Players‘ Tribune，还有像Tonal这样的智能健身设备。这让他从单纯的“体育明星”转型成了“企业家”。再看他的社交媒体，全球粉丝超过5000万，这意味着他每发一条动态，触达的人群可能比一些国家的人口还多。所以，他的商业价值不仅体现在球场上。连续多年球衣销量保持前五，这背后是强大的球迷基础和消费意愿。比如在2022年勇士夺冠后，他的球衣销量直接冲到了联盟第一，这就是品牌号召力最直接的变现。那么，从库里的个人品牌，我们能看到哪些品牌建设的底层逻辑呢？接下来，我们就深入分析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伙伴，接下来我想和大家聊聊一个真正打动我的故事——关于一个“平凡人”如何走出非凡之路。很多人觉得，成功需要天赋异禀，但今天的主角，斯蒂芬·库里，用他的经历告诉我们：起点普通，一样能站上巅峰。</a:t>
            </a:r>
            <a:br/>
            <a:br/>
            <a:r>
              <a:t>库里刚进NBA时，被嘲笑是“瘦弱的小个子”，身体对抗能力远不如对手。但他做了什么呢？每天提前两小时到球馆，加练500次三分球，甚至把投篮动作拆解到极致——手腕的角度、膝盖的弯曲、甚至呼吸的节奏。数据会说话：他的三分命中率从新秀赛季的43.7%，提升到全票MVP赛季的45.4%，每场投进5.1个三分，远超联盟平均水平。面对“你太瘦弱”“这种打法不行”的质疑，他坚持自己的风格，把运球投篮变成一种艺术。有记者问他秘诀，他说：“我每天投进300个三分，连续十年，没有一天中断。”</a:t>
            </a:r>
            <a:br/>
            <a:br/>
            <a:r>
              <a:t>这背后是什么？是日复一日的训练与信念。库里曾透露，休赛期他每天训练6小时，包括力量、敏捷和投篮，连圣诞节都不例外。正是这种坚持，让他从一个被低估的球员，变成改变篮球历史的巨星。我想对在座的青少年说：找到你真正热爱的事，然后把它做到极致。不用和别人比天赋，比的是谁更专注、谁更愿意在枯燥中重复。就像库里，他用行动证明：平凡人的非凡之路，就是用汗水把热爱磨成光芒。</a:t>
            </a:r>
            <a:br/>
            <a:br/>
            <a:r>
              <a:t>接下来，让我们看看这种“专注极致”的理念，如何应用到我们每个人的学习和工作中。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开场白）各位伙伴，大家好。刚才我们聊了团队协作的韧性，现在我想把焦点转向一个人——斯蒂芬·库里。他有一句话深深打动了我：“永远相信下一次投篮。”这不仅是篮球哲学，更是我们面对任何挑战时最需要的信念。今天，我们就从库里身上，看看“改变从坚持开始，伟大源于平凡”到底意味着什么。</a:t>
            </a:r>
            <a:br/>
            <a:br/>
            <a:r>
              <a:t>（详细解释）很多人只看到库里三分线外的神奇，却不知道他刚进入NBA时，因为身材瘦小、对抗不足，被球探评为“上限有限”。但他没有放弃，而是每天加练上千次投篮，甚至改变了出手姿势——从腰部发力改为更高效的快速出手。这种近乎偏执的坚持，让他从一个平凡的后卫，蜕变为改变篮球打法的传奇。他告诉我们：伟大不是天赋的专利，而是平凡人把一件事做到极致的回报。</a:t>
            </a:r>
            <a:br/>
            <a:br/>
            <a:r>
              <a:t>（数据支撑）数据最能说明问题：库里在2015-16赛季投进402记三分，刷新NBA历史纪录，而这背后是每天至少500次三分训练，赛季总投篮次数超过2000次。更惊人的是，他的职业生涯三分命中率高达42.7%，远超联盟平均水平。但你知道吗？他高中毕业时，甚至没有一所篮球名校给他提供奖学金。正是这份“永远相信下一次”的坚持，让他从被低估到定义时代。</a:t>
            </a:r>
            <a:br/>
            <a:br/>
            <a:r>
              <a:t>（过渡语）所以，库里的故事告诉我们：改变可能从最不起眼的坚持开始。下一页，我们将深入探讨：这种“下一次”的信念，如何转化为我们日常工作中的具体行动？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914400"/>
            <a:ext cx="1371600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D700"/>
                </a:solidFill>
                <a:latin typeface="PingFang SC"/>
              </a:defRPr>
            </a:pPr>
            <a:r>
              <a:t>库里：三分线上的革命者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EC5"/>
                </a:solidFill>
                <a:latin typeface="PingFang SC"/>
              </a:defRPr>
            </a:pPr>
            <a:r>
              <a:t>从瘦弱少年到改变篮球的传奇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754880"/>
            <a:ext cx="1371600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1097280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PingFang SC"/>
              </a:defRPr>
            </a:pPr>
            <a:r>
              <a:t>第一章：起点与挑战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PingFang SC"/>
              </a:defRPr>
            </a:pPr>
            <a:r>
              <a:t>不被看好的童年与大学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D700"/>
                </a:solidFill>
                <a:latin typeface="PingFang SC"/>
              </a:defRPr>
            </a:pPr>
            <a:r>
              <a:t>瘦弱身躯下的篮球梦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1988年出生于俄亥俄州阿克伦，父亲戴尔·库里是NBA球员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高中时体重仅68公斤，被多数大学拒之门外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最终进入戴维森学院，凭借精准投射崭露头角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2008年NCAA锦标赛带领球队爆冷击败名校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PingFang SC"/>
              </a:defRPr>
            </a:pPr>
            <a:r>
              <a:t>NCAA数据爆发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114800" cy="2286000"/>
          </a:xfrm>
          <a:prstGeom prst="rect">
            <a:avLst/>
          </a:prstGeom>
          <a:solidFill>
            <a:srgbClr val="26323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F00"/>
                </a:solidFill>
                <a:latin typeface="PingFang SC"/>
              </a:defRPr>
            </a:pPr>
            <a:r>
              <a:t>28.6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场均得分（大二赛季）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NCAA历史三分命中数第四（当时）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06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带领戴维森学院进入精英八强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2009年选秀首轮第7顺位被金州勇士选中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1097280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PingFang SC"/>
              </a:defRPr>
            </a:pPr>
            <a:r>
              <a:t>第二章：崛起的巨星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PingFang SC"/>
              </a:defRPr>
            </a:pPr>
            <a:r>
              <a:t>打破传统，改写篮球规则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D700"/>
                </a:solidFill>
                <a:latin typeface="PingFang SC"/>
              </a:defRPr>
            </a:pPr>
            <a:r>
              <a:t>三分时代的开启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2012-13赛季以272记三分打破雷·阿伦单季纪录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2014-15赛季首次赢得MVP并带领勇士夺冠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2015-16赛季全票MVP，单季402记三分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改变联盟战术：三分球从辅助变为核心武器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PingFang SC"/>
              </a:defRPr>
            </a:pPr>
            <a:r>
              <a:t>统治级数据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114800" cy="2286000"/>
          </a:xfrm>
          <a:prstGeom prst="rect">
            <a:avLst/>
          </a:prstGeom>
          <a:solidFill>
            <a:srgbClr val="26323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F00"/>
                </a:solidFill>
                <a:latin typeface="PingFang SC"/>
              </a:defRPr>
            </a:pPr>
            <a:r>
              <a:t>402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2015-16赛季三分命中数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三分命中率45.4%，场均5.1记三分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06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勇士73胜9负，创历史最佳常规赛战绩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连续两年获得常规赛MVP（2015、2016）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PingFang SC"/>
              </a:defRPr>
            </a:pPr>
            <a:r>
              <a:t>技术特点与影响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114800" cy="2286000"/>
          </a:xfrm>
          <a:prstGeom prst="rect">
            <a:avLst/>
          </a:prstGeom>
          <a:solidFill>
            <a:srgbClr val="26323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PingFang SC"/>
              </a:defRPr>
            </a:pPr>
            <a:r>
              <a:t>▸ 快速出手：0.4秒的出手速度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PingFang SC"/>
              </a:defRPr>
            </a:pPr>
            <a:r>
              <a:t>▸ 无死角射程：半场任何位置都是威胁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011680"/>
            <a:ext cx="4114800" cy="2286000"/>
          </a:xfrm>
          <a:prstGeom prst="rect">
            <a:avLst/>
          </a:prstGeom>
          <a:solidFill>
            <a:srgbClr val="26323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PingFang SC"/>
              </a:defRPr>
            </a:pPr>
            <a:r>
              <a:t>▸ 运球创造空间：背后、胯下、急停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PingFang SC"/>
              </a:defRPr>
            </a:pPr>
            <a:r>
              <a:t>▸ 团队体系：无球跑动与掩护战术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1097280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PingFang SC"/>
              </a:defRPr>
            </a:pPr>
            <a:r>
              <a:t>第三章：领袖与传承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PingFang SC"/>
              </a:defRPr>
            </a:pPr>
            <a:r>
              <a:t>不止于篮球的影响力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D700"/>
                </a:solidFill>
                <a:latin typeface="PingFang SC"/>
              </a:defRPr>
            </a:pPr>
            <a:r>
              <a:t>场内外领袖风范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四次总冠军（2015、2017、2018、2022）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2022年总决赛MVP，证明逆境价值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社区公益：成立基金会，支持青少年教育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谦逊形象：从不张扬，用行动说话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PingFang SC"/>
              </a:defRPr>
            </a:pPr>
            <a:r>
              <a:t>商业价值与品牌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114800" cy="2286000"/>
          </a:xfrm>
          <a:prstGeom prst="rect">
            <a:avLst/>
          </a:prstGeom>
          <a:solidFill>
            <a:srgbClr val="26323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F00"/>
                </a:solidFill>
                <a:latin typeface="PingFang SC"/>
              </a:defRPr>
            </a:pPr>
            <a:r>
              <a:t>1.5亿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Under Armour 终身合同（美元）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个人品牌SC30，投资科技与媒体公司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06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社交媒体粉丝超5000万，全球影响力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PingFang SC"/>
              </a:defRPr>
            </a:pPr>
            <a:r>
              <a:t>▸ 连续多年球衣销量前五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D700"/>
                </a:solidFill>
                <a:latin typeface="PingFang SC"/>
              </a:defRPr>
            </a:pPr>
            <a:r>
              <a:t>励志启示：平凡人的非凡之路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137160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身体条件并非顶级，但用技术和勤奋弥补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面对质疑不放弃，坚持自己的风格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成功源于日复一日的训练与信念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PingFang SC"/>
              </a:defRPr>
            </a:pPr>
            <a:r>
              <a:t>▸ 鼓励青少年：找到热爱，专注极致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FFD7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371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F00"/>
                </a:solidFill>
                <a:latin typeface="PingFang SC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  <a:latin typeface="PingFang SC"/>
              </a:defRPr>
            </a:pPr>
            <a:r>
              <a:t>库里精神：永远相信下一次投篮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918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PingFang SC"/>
              </a:defRPr>
            </a:pPr>
            <a:r>
              <a:t>改变从坚持开始，伟大源于平凡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389120"/>
            <a:ext cx="1097280" cy="6400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EC5"/>
                </a:solidFill>
                <a:latin typeface="PingFang SC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